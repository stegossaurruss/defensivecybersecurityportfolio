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8"/>
  </p:normalViewPr>
  <p:slideViewPr>
    <p:cSldViewPr snapToGrid="0">
      <p:cViewPr varScale="1">
        <p:scale>
          <a:sx n="105" d="100"/>
          <a:sy n="105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EB2C-0C3A-B2B4-3C4E-5FCF62ABC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12C20-F59D-87F7-2AF2-43348B470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0B717-09CD-D8E0-7794-39E740620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F940-FB57-C94C-8979-6284264A514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FAF75-F84B-9ADB-D39C-6B3C5790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08AD-E115-1DDC-95C0-464F7E1B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445B-6376-F843-B729-4EA5A84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7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A7B7E-5E0E-D522-80FA-9D9DB183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37C96-CE3C-B0EE-0596-4096C5A1B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E0C34-49A2-8836-645E-736FED6C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F940-FB57-C94C-8979-6284264A514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38E06-4F60-62BC-FC7D-59F635C2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C668D-2CAD-48B4-5567-0D6FCE201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445B-6376-F843-B729-4EA5A84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02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1A81-9DB3-AC8E-6A7B-D2EFA9B40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FD828-8207-C37C-28A7-B7409AF67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FD553-0F36-1293-D198-7E19462E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F940-FB57-C94C-8979-6284264A514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AD2F7-670A-D586-B4A4-642EF9A83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FD50-9A66-8077-0EA1-89C8223C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445B-6376-F843-B729-4EA5A84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1CA0-4B45-9464-9D33-C32BBCA33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513BB-09B7-0334-519F-ECD54C8E4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C17FE-C532-0D32-2935-7649DE54D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CEAFA-48D7-1D74-D0DB-6E7A3E8F4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F940-FB57-C94C-8979-6284264A5147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58E24-6E9D-10D8-988A-AD20C0782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79965-D125-3A03-1B7D-7F3BD0F1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445B-6376-F843-B729-4EA5A84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9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52E2-C324-0780-C36A-B7828FBA6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5276A-0BCB-4614-39B1-49627C2DC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5EFFA-CA6F-BAE3-145F-DD7C0FCBA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E67E7-4236-4B0E-6296-28EDFF706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68EC1-FB85-EB44-FABC-C255FC17A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43596D-B2E6-92B5-B0F0-8DC47A702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F940-FB57-C94C-8979-6284264A5147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A08235-FD1B-806F-B94B-4901183EA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A2F6C3-8C1A-9978-6E6E-E26D0FDE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445B-6376-F843-B729-4EA5A84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2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404F3-AB3E-B9D0-D2E8-71884C314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2CC98-2BA2-84D7-811D-BA00364C7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F940-FB57-C94C-8979-6284264A5147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AA131-AECC-A35A-F432-7D34515B8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4B88C-C5A3-8861-FE01-62B66A29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445B-6376-F843-B729-4EA5A84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36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D239CE-084C-9EF2-C385-D43908ABD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F940-FB57-C94C-8979-6284264A5147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943D9-EBA7-37F2-32BD-09045F285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6C2D7-CF7F-ED54-8325-51261126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445B-6376-F843-B729-4EA5A84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29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23393-F14C-FCD8-825A-F89851A0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D6849-80FB-F7AB-F4AF-D8739284C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460CC-B3E7-89CD-5377-8D042049B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7C056-766D-10FF-8C7E-BD56994BF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F940-FB57-C94C-8979-6284264A5147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64359-FCFE-DD23-2B79-CC453CC84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8E4F3-A4BE-148E-AA8B-F52BA375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445B-6376-F843-B729-4EA5A84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8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CB5A-0CF4-770C-ECC8-4E9E04118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4F016-5F14-8627-1A05-9451319C5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AE630-02AE-51A8-CB0A-E9493FD7F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810F1-D2DD-4399-7DC2-BADB2A4A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F940-FB57-C94C-8979-6284264A5147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49B2C-DB32-9DBE-7241-9180BCD3C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7E84C-DF0C-FFC1-7FED-D8D93C17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445B-6376-F843-B729-4EA5A84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4CF69-1903-19A7-1E39-9800DB7A9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DAF0D-B612-9809-4559-4C01A4138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A12D2-3D96-9458-61F3-0FD78627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F940-FB57-C94C-8979-6284264A514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BE1AB-C18F-C400-F3C2-A1C3B516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0A721-F029-9361-40C0-7293D664B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445B-6376-F843-B729-4EA5A84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5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12425A-01BE-1B0C-B4A8-8DC33527E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B48411-9F32-4FE5-9A05-D11370B89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B63D3-0E0C-8E15-2FF4-3FE160FB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F940-FB57-C94C-8979-6284264A514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B6A83-F5CC-6EDB-167F-95554748E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D42F1-B7F6-2390-8E1B-9AC26F6E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445B-6376-F843-B729-4EA5A84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88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1F6DE3-93BB-619B-AA9B-6F749990E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D20E4-0DEC-A9EF-18E3-5E1264EF1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4AFD6-0F34-7D5D-8A1D-BDEC910FB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FF940-FB57-C94C-8979-6284264A514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195F7-6395-7DD6-83CB-AF405CB80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B2C17-1804-E937-D210-95D829D28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6445B-6376-F843-B729-4EA5A84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2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5594-BA06-58D8-6855-7E38912380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Asymmetric Encryption (RSA)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9DEEB55-5499-248F-ED14-DD0C51DFEA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Teahcing</a:t>
            </a:r>
            <a:r>
              <a:rPr lang="en-US" dirty="0"/>
              <a:t> for CITS2006 Portfolio Task A24</a:t>
            </a:r>
          </a:p>
        </p:txBody>
      </p:sp>
    </p:spTree>
    <p:extLst>
      <p:ext uri="{BB962C8B-B14F-4D97-AF65-F5344CB8AC3E}">
        <p14:creationId xmlns:p14="http://schemas.microsoft.com/office/powerpoint/2010/main" val="5310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35A45-6DF1-5B06-F477-2580398F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and Private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050B8-9494-5684-5F4A-5A3396003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Private Key</a:t>
            </a:r>
          </a:p>
          <a:p>
            <a:pPr marL="0" indent="0">
              <a:buNone/>
            </a:pPr>
            <a:r>
              <a:rPr lang="en-US" dirty="0"/>
              <a:t>- Anyone can see it, often listed </a:t>
            </a:r>
            <a:r>
              <a:rPr lang="en-US" dirty="0" err="1"/>
              <a:t>publically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Private Key</a:t>
            </a:r>
          </a:p>
          <a:p>
            <a:pPr marL="0" indent="0">
              <a:buNone/>
            </a:pPr>
            <a:r>
              <a:rPr lang="en-US" dirty="0"/>
              <a:t>- Only the owner has access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A6CB7-C18B-1D5D-463D-D40D27940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37100"/>
            <a:ext cx="73660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1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8D644-4620-8584-861C-B7ED2E9D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</a:t>
            </a:r>
          </a:p>
        </p:txBody>
      </p:sp>
      <p:pic>
        <p:nvPicPr>
          <p:cNvPr id="1026" name="Picture 2" descr="What Is RSA Algorithm Encryption and How Does It Work?">
            <a:extLst>
              <a:ext uri="{FF2B5EF4-FFF2-40B4-BE49-F238E27FC236}">
                <a16:creationId xmlns:a16="http://schemas.microsoft.com/office/drawing/2014/main" id="{A84AB748-53FF-A700-3CCA-7D1D859F13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141" y="1825625"/>
            <a:ext cx="927371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109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6FCD-A576-A26B-34F0-869FD0E0D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 keys contain?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0BF3C-9DFB-3665-6F92-A30927F9A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Public Key</a:t>
            </a:r>
          </a:p>
          <a:p>
            <a:pPr>
              <a:buFontTx/>
              <a:buChar char="-"/>
            </a:pPr>
            <a:r>
              <a:rPr lang="en-US" dirty="0"/>
              <a:t>The public key is created by multiplying two very large (100 digit) prime numbers (often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, which are not in the key)</a:t>
            </a:r>
          </a:p>
          <a:p>
            <a:pPr>
              <a:buFontTx/>
              <a:buChar char="-"/>
            </a:pPr>
            <a:r>
              <a:rPr lang="en-US" dirty="0"/>
              <a:t>This creates a huge number (</a:t>
            </a:r>
            <a:r>
              <a:rPr lang="en-US" i="1" dirty="0"/>
              <a:t>n</a:t>
            </a:r>
            <a:r>
              <a:rPr lang="en-US" dirty="0"/>
              <a:t>) with only two factors (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)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Without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explicit knowledge of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is functionally impossible to guess or calculate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Private Key</a:t>
            </a:r>
          </a:p>
          <a:p>
            <a:pPr>
              <a:buFontTx/>
              <a:buChar char="-"/>
            </a:pPr>
            <a:r>
              <a:rPr lang="en-US" dirty="0"/>
              <a:t>The private key is then created, with </a:t>
            </a:r>
            <a:r>
              <a:rPr lang="en-US" i="1" dirty="0"/>
              <a:t>p</a:t>
            </a:r>
            <a:r>
              <a:rPr lang="en-US" dirty="0"/>
              <a:t> and</a:t>
            </a:r>
            <a:r>
              <a:rPr lang="en-US" i="1" dirty="0"/>
              <a:t> q</a:t>
            </a:r>
            <a:r>
              <a:rPr lang="en-US" dirty="0"/>
              <a:t> contained within</a:t>
            </a:r>
          </a:p>
          <a:p>
            <a:pPr>
              <a:buFontTx/>
              <a:buChar char="-"/>
            </a:pPr>
            <a:r>
              <a:rPr lang="en-US" dirty="0"/>
              <a:t>This is kept secret, and should be stored very securely</a:t>
            </a:r>
          </a:p>
        </p:txBody>
      </p:sp>
    </p:spTree>
    <p:extLst>
      <p:ext uri="{BB962C8B-B14F-4D97-AF65-F5344CB8AC3E}">
        <p14:creationId xmlns:p14="http://schemas.microsoft.com/office/powerpoint/2010/main" val="1487718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6E7F4-F38A-65D3-1EE1-EA867139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send a secure message?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7982F-A8DE-5B2A-435E-23DF9D3A8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To send your friend a message, you take </a:t>
            </a:r>
            <a:r>
              <a:rPr lang="en-US" b="1" dirty="0"/>
              <a:t>their</a:t>
            </a:r>
            <a:r>
              <a:rPr lang="en-US" dirty="0"/>
              <a:t> public key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Use it to encrypt your message using some fancy math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Due to the way the encryption function works, even if an attacker knows </a:t>
            </a:r>
            <a:r>
              <a:rPr lang="en-US" i="1" dirty="0"/>
              <a:t>n</a:t>
            </a:r>
            <a:r>
              <a:rPr lang="en-US" dirty="0"/>
              <a:t>, without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 it is functionally impossible to decrypt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165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7397-194B-9651-2800-A65282B6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decrypt a secure message?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AA794-4E58-72F8-7BAB-D84FDC257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Someone sends you a message encrypted with your public key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Using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 contained in </a:t>
            </a:r>
            <a:r>
              <a:rPr lang="en-US" b="1" dirty="0"/>
              <a:t>your</a:t>
            </a:r>
            <a:r>
              <a:rPr lang="en-US" dirty="0"/>
              <a:t> private key, it is simple math to decrypt the message you have been sent.</a:t>
            </a:r>
          </a:p>
        </p:txBody>
      </p:sp>
    </p:spTree>
    <p:extLst>
      <p:ext uri="{BB962C8B-B14F-4D97-AF65-F5344CB8AC3E}">
        <p14:creationId xmlns:p14="http://schemas.microsoft.com/office/powerpoint/2010/main" val="377102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D436-50B1-2786-EA95-601DD2392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171FE-8D6C-524C-6B1C-0A4CD0AA2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AU" dirty="0"/>
              <a:t>n = 299604539773691895576847697095098784338054746292313</a:t>
            </a:r>
          </a:p>
          <a:p>
            <a:pPr marL="0" indent="0" fontAlgn="base">
              <a:buNone/>
            </a:pPr>
            <a:r>
              <a:rPr lang="en-AU" dirty="0"/>
              <a:t>044353582078965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 = 1090660992520643446103273789680343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 = 1162435056374824133712043309728653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AU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>
                <a:solidFill>
                  <a:prstClr val="black"/>
                </a:solidFill>
                <a:latin typeface="Aptos" panose="02110004020202020204"/>
              </a:rPr>
              <a:t>- Even for an advanced computer, guessing the factors of </a:t>
            </a:r>
            <a:r>
              <a:rPr lang="en-AU" i="1" noProof="0" dirty="0">
                <a:solidFill>
                  <a:prstClr val="black"/>
                </a:solidFill>
                <a:latin typeface="Aptos" panose="02110004020202020204"/>
              </a:rPr>
              <a:t>n</a:t>
            </a:r>
            <a:r>
              <a:rPr lang="en-AU" noProof="0" dirty="0">
                <a:solidFill>
                  <a:prstClr val="black"/>
                </a:solidFill>
                <a:latin typeface="Aptos" panose="02110004020202020204"/>
              </a:rPr>
              <a:t> is functionally impossible, unless the </a:t>
            </a:r>
            <a:r>
              <a:rPr lang="en-AU" dirty="0">
                <a:solidFill>
                  <a:prstClr val="black"/>
                </a:solidFill>
                <a:latin typeface="Aptos" panose="02110004020202020204"/>
              </a:rPr>
              <a:t>factors are too small, or the method used to generate them is predictable.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7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88E4-A2D3-ABE1-E155-2E38E633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C8417-37B0-0CC2-9AC3-7A8F1FF01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Essentially, it all relies on a one-way set of mathematical functions.</a:t>
            </a:r>
          </a:p>
          <a:p>
            <a:r>
              <a:rPr lang="en-US" dirty="0"/>
              <a:t>They’re very easy to compute in one direction, but almost impossible to compute backwards.</a:t>
            </a:r>
          </a:p>
          <a:p>
            <a:r>
              <a:rPr lang="en-US" dirty="0"/>
              <a:t>This makes it quick to encrypt and decrypt, but secure due to the sheer size of the numbers involved.</a:t>
            </a:r>
          </a:p>
          <a:p>
            <a:endParaRPr lang="en-US" dirty="0"/>
          </a:p>
          <a:p>
            <a:r>
              <a:rPr lang="en-US" dirty="0"/>
              <a:t>With LLMs and supercomputer technologies, the old standard of 1024bit primes has been </a:t>
            </a:r>
            <a:r>
              <a:rPr lang="en-US" dirty="0" err="1"/>
              <a:t>theorised</a:t>
            </a:r>
            <a:r>
              <a:rPr lang="en-US" dirty="0"/>
              <a:t> to be breakable in the near future, </a:t>
            </a:r>
            <a:r>
              <a:rPr lang="en-US"/>
              <a:t>prompting upgrades to 2048bit primes.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612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354</Words>
  <Application>Microsoft Macintosh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Asymmetric Encryption (RSA)</vt:lpstr>
      <vt:lpstr>Public and Private Keys</vt:lpstr>
      <vt:lpstr>Flow</vt:lpstr>
      <vt:lpstr>What do the keys contain?</vt:lpstr>
      <vt:lpstr>How to send a secure message?</vt:lpstr>
      <vt:lpstr>How to decrypt a secure message?</vt:lpstr>
      <vt:lpstr>Why does it work?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Rose (24527391)</dc:creator>
  <cp:lastModifiedBy>Sam Rose (24527391)</cp:lastModifiedBy>
  <cp:revision>1</cp:revision>
  <cp:lastPrinted>2026-04-01T12:31:10Z</cp:lastPrinted>
  <dcterms:created xsi:type="dcterms:W3CDTF">2026-04-01T11:20:55Z</dcterms:created>
  <dcterms:modified xsi:type="dcterms:W3CDTF">2026-04-01T12:51:38Z</dcterms:modified>
</cp:coreProperties>
</file>